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5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4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006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064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38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13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337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3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145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572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74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80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22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02658A97-D488-4F93-9E61-955213704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700" y="397926"/>
            <a:ext cx="3228975" cy="198437"/>
          </a:xfrm>
        </p:spPr>
        <p:txBody>
          <a:bodyPr lIns="0" tIns="72000" rIns="0" bIns="0" anchor="ctr">
            <a:normAutofit/>
          </a:bodyPr>
          <a:lstStyle>
            <a:lvl1pPr marL="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챕터명을 입력</a:t>
            </a:r>
          </a:p>
        </p:txBody>
      </p:sp>
      <p:sp>
        <p:nvSpPr>
          <p:cNvPr id="26" name="텍스트 개체 틀 24">
            <a:extLst>
              <a:ext uri="{FF2B5EF4-FFF2-40B4-BE49-F238E27FC236}">
                <a16:creationId xmlns:a16="http://schemas.microsoft.com/office/drawing/2014/main" id="{A14A10F8-1FAF-4934-8322-2E8649EE6B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700" y="588702"/>
            <a:ext cx="3228975" cy="265509"/>
          </a:xfrm>
        </p:spPr>
        <p:txBody>
          <a:bodyPr lIns="0" tIns="36000" rIns="0" bIns="0" anchor="ctr">
            <a:noAutofit/>
          </a:bodyPr>
          <a:lstStyle>
            <a:lvl1pPr marL="0" indent="0">
              <a:buNone/>
              <a:defRPr sz="1400">
                <a:solidFill>
                  <a:srgbClr val="002548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소제목을 입력</a:t>
            </a:r>
          </a:p>
        </p:txBody>
      </p:sp>
      <p:sp>
        <p:nvSpPr>
          <p:cNvPr id="27" name="텍스트 개체 틀 24">
            <a:extLst>
              <a:ext uri="{FF2B5EF4-FFF2-40B4-BE49-F238E27FC236}">
                <a16:creationId xmlns:a16="http://schemas.microsoft.com/office/drawing/2014/main" id="{133F99F5-21F0-469A-B7BC-918EAA068C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795364"/>
            <a:ext cx="7912100" cy="308931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헤드메시지를 입력</a:t>
            </a:r>
            <a:br>
              <a:rPr lang="en-US" altLang="ko-KR" dirty="0"/>
            </a:br>
            <a:r>
              <a:rPr lang="ko-KR" altLang="en-US" dirty="0" err="1"/>
              <a:t>엔터는</a:t>
            </a:r>
            <a:r>
              <a:rPr lang="ko-KR" altLang="en-US" dirty="0"/>
              <a:t> 시프트 </a:t>
            </a:r>
            <a:r>
              <a:rPr lang="ko-KR" altLang="en-US" dirty="0" err="1"/>
              <a:t>엔터로</a:t>
            </a:r>
            <a:endParaRPr lang="en-US" altLang="ko-KR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A0C9A8AA-7590-4D3D-8DDD-97CDAA2046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38575" y="6558727"/>
            <a:ext cx="2228850" cy="227169"/>
          </a:xfrm>
        </p:spPr>
        <p:txBody>
          <a:bodyPr rIns="0"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F3A57096-21A8-44ED-AF94-8A259496D2B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25C252-E7DD-6B3E-3A2A-FF4DD42D7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3868" y="183222"/>
            <a:ext cx="2723863" cy="217735"/>
          </a:xfrm>
          <a:prstGeom prst="rect">
            <a:avLst/>
          </a:prstGeom>
        </p:spPr>
      </p:pic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C1755CCF-F143-4C0B-BF11-9423A72FAB19}"/>
              </a:ext>
            </a:extLst>
          </p:cNvPr>
          <p:cNvSpPr/>
          <p:nvPr userDrawn="1"/>
        </p:nvSpPr>
        <p:spPr>
          <a:xfrm flipV="1">
            <a:off x="0" y="-1"/>
            <a:ext cx="338433" cy="335952"/>
          </a:xfrm>
          <a:prstGeom prst="rtTriangle">
            <a:avLst/>
          </a:prstGeom>
          <a:solidFill>
            <a:srgbClr val="0837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0C48AF91-12B6-4BD4-A640-497CC16E1DE1}"/>
              </a:ext>
            </a:extLst>
          </p:cNvPr>
          <p:cNvSpPr/>
          <p:nvPr userDrawn="1"/>
        </p:nvSpPr>
        <p:spPr>
          <a:xfrm flipV="1">
            <a:off x="0" y="335951"/>
            <a:ext cx="338433" cy="335951"/>
          </a:xfrm>
          <a:prstGeom prst="rtTriangle">
            <a:avLst/>
          </a:prstGeom>
          <a:solidFill>
            <a:srgbClr val="3E95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>
            <a:extLst>
              <a:ext uri="{FF2B5EF4-FFF2-40B4-BE49-F238E27FC236}">
                <a16:creationId xmlns:a16="http://schemas.microsoft.com/office/drawing/2014/main" id="{0388EC82-92ED-4BEE-A296-BE507F4E348F}"/>
              </a:ext>
            </a:extLst>
          </p:cNvPr>
          <p:cNvSpPr/>
          <p:nvPr userDrawn="1"/>
        </p:nvSpPr>
        <p:spPr>
          <a:xfrm flipV="1">
            <a:off x="338433" y="0"/>
            <a:ext cx="338433" cy="335951"/>
          </a:xfrm>
          <a:prstGeom prst="rtTriangle">
            <a:avLst/>
          </a:prstGeom>
          <a:solidFill>
            <a:srgbClr val="006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8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F937E-B9FE-4FCA-A03B-3A1B55B81B3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01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제목</a:t>
            </a: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10D206EE-4599-9CC4-A08C-CA49006EA5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소제목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E2A2AC6F-E152-4C5D-9AAC-4E8A0AA8A9CE}"/>
              </a:ext>
            </a:extLst>
          </p:cNvPr>
          <p:cNvSpPr txBox="1">
            <a:spLocks/>
          </p:cNvSpPr>
          <p:nvPr/>
        </p:nvSpPr>
        <p:spPr>
          <a:xfrm>
            <a:off x="393698" y="823870"/>
            <a:ext cx="9118602" cy="489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ko-KR" altLang="en-US" sz="100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페이지 요약</a:t>
            </a:r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7C2A9A1C-92B7-4856-B43A-49BFF81DD5F8}"/>
              </a:ext>
            </a:extLst>
          </p:cNvPr>
          <p:cNvSpPr txBox="1">
            <a:spLocks/>
          </p:cNvSpPr>
          <p:nvPr/>
        </p:nvSpPr>
        <p:spPr>
          <a:xfrm>
            <a:off x="6567488" y="6576219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사업명｜</a:t>
            </a:r>
            <a:r>
              <a:rPr lang="en-US" altLang="ko-KR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  </a:t>
            </a:r>
            <a:fld id="{F3A57096-21A8-44ED-AF94-8A259496D2BE}" type="slidenum">
              <a:rPr lang="en-US" altLang="en-US" smtClean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pPr>
                <a:defRPr/>
              </a:pPr>
              <a:t>1</a:t>
            </a:fld>
            <a:endParaRPr lang="en-US" altLang="en-US" dirty="0"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7</Words>
  <Application>Microsoft Office PowerPoint</Application>
  <PresentationFormat>A4 용지(210x297mm)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Pretendard Variable ExtraBold</vt:lpstr>
      <vt:lpstr>맑은 고딕</vt:lpstr>
      <vt:lpstr>피플폰트 Bold</vt:lpstr>
      <vt:lpstr>피플폰트 Light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장찬희</dc:creator>
  <cp:lastModifiedBy>장찬희</cp:lastModifiedBy>
  <cp:revision>3</cp:revision>
  <dcterms:created xsi:type="dcterms:W3CDTF">2026-07-21T07:08:55Z</dcterms:created>
  <dcterms:modified xsi:type="dcterms:W3CDTF">2026-10-19T06:02:54Z</dcterms:modified>
</cp:coreProperties>
</file>